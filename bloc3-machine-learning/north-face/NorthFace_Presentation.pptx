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7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57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N O R T H   F A C 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 : Recommandation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Topic Modeling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19659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06040" y="3063240"/>
            <a:ext cx="19659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606040" y="3063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3063240"/>
            <a:ext cx="19659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0" y="3063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3063240"/>
            <a:ext cx="19659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903720" y="3063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(TruncatedSVD)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Jedha Fullstack  ·  CDSD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Objectifs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432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outdoor américaine fondée en 1968. Catalogue de 500 produits avec descriptions détaillées. Objectif : booster les ventes en ligne sur thenorthface.fr.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7432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91840" y="8686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exploiter le texte des fiches produit pour améliorer l'expérience utilisateur et augmenter le taux de conversion 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35040" y="868680"/>
            <a:ext cx="27432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72200" y="8686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Livrables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41732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Clustering DBSCAN + wordclouds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Système de recommandation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Topic modeling LSA + wordclouds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NLP : Du texte brut au vecteur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299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29968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HTML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181051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balises &lt;br&gt;, &lt;ul&gt;, &lt;li&gt;, &lt;b&gt;. Nettoyage des entités HTML et caractères spéciaux. Mise en minuscules.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41448" y="914400"/>
            <a:ext cx="20299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441448" y="914400"/>
            <a:ext cx="2029968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532888" y="91440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44368" y="9144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Lemmatisation spacy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51176" y="1463040"/>
            <a:ext cx="181051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des mots à leur forme de base (running→run). Filtrage : noms, verbes, adjectifs uniquement. Suppression stop words.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08576" y="914400"/>
            <a:ext cx="20299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608576" y="914400"/>
            <a:ext cx="2029968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00016" y="91440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11496" y="9144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1463040"/>
            <a:ext cx="181051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features max. max_df=0.4 pour éliminer les mots génériques TNF (common thread, recycle...). Unigrams + bigrams.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75704" y="914400"/>
            <a:ext cx="20299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775704" y="914400"/>
            <a:ext cx="2029968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67144" y="91440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78624" y="9144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finale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85432" y="1463040"/>
            <a:ext cx="181051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produits × 500 features. Chaque cellule = importance d'un mot pour un produit. Prête pour clustering.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480560"/>
            <a:ext cx="8595360" cy="438912"/>
          </a:xfrm>
          <a:prstGeom prst="rect">
            <a:avLst/>
          </a:prstGeom>
          <a:solidFill>
            <a:srgbClr val="FFFBEA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448970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Décision clé : max_df=0.4, élimine les mots présents dans &gt; 40% des descriptions (sinon : 1 seul mega-cluster)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Partie 1 DBSCAN Clustering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651760" cy="1389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95681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eps=0.6, min_samples=2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841248"/>
            <a:ext cx="2651760" cy="1389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172968" y="9144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172968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72968" y="195681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produits isolés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25896" y="841248"/>
            <a:ext cx="2651760" cy="13898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25896" y="9144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025896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25896" y="195681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cosinus (pas euclidienne)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0040" y="233172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42316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Sous-vêtements techniques (2)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84378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· support · wicking · stretch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233172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172968" y="233172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172968" y="233172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67328" y="242316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Vestes alpines (6)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67328" y="284378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dwr · water repellent · heat transfer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53328" y="233172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053328" y="233172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053328" y="233172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47688" y="242316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Bagagerie (18)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47688" y="284378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· shoulder strap · durable water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61188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361188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20040" y="361188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3703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&amp; Sweaters (2)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412394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knit · sweater · fleece · interior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72968" y="361188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172968" y="361188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172968" y="361188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67328" y="3703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Odeur &amp; Laine (33)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67328" y="412394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 control · gladiodor · natural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53328" y="361188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053328" y="361188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053328" y="361188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47688" y="3703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T-shirts &amp; Imprimés (61)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47688" y="412394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shoulder · shirt · print · seam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2A2200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84048" y="474573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 : 14 clusters cohérents métier observés avec ces hyperparamètres (eps=0.6, min_samples=2). Un eps différent produirait un résultat différent.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Partie 2 Système de Recommandation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produits du même cluster DBSCAN sont considérés similaires.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find_similar_items(item_id) retourne 5 produits du même cluster.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cas outliers (fallback aléatoire).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60520" cy="21031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37760" y="987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id=2 (Active sport boxer briefs)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Cluster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Recommandé : id=3 (Active sport briefs)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similaires cohérents 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8595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31821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la recommandation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14173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3584448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id=X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74520" y="3584448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21408" y="3584448"/>
            <a:ext cx="1417320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121408" y="3584448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find_similar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_items(X)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38728" y="3584448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85616" y="3584448"/>
            <a:ext cx="14173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785616" y="3584448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X 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02936" y="3584448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49824" y="3584448"/>
            <a:ext cx="1417320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49824" y="3584448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produits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même cluster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67144" y="3584448"/>
            <a:ext cx="246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114032" y="3584448"/>
            <a:ext cx="14173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114032" y="3584448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site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Partie 3 LSA (TruncatedSVD)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651760" cy="1389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95681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n_components=15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841248"/>
            <a:ext cx="2651760" cy="1389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172968" y="9144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38.7%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172968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72968" y="195681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expliquée par 15 topics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25896" y="841248"/>
            <a:ext cx="2651760" cy="1389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25896" y="9144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025896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25896" y="195681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encodés en topic_encoded_df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0040" y="233172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42316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T-shirts &amp; Imprimés (74)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84378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· tap shoulder · print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233172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172968" y="233172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172968" y="233172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67328" y="242316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Vêtements imperméables (148)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67328" y="284378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· zipper · dwr · repellent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53328" y="233172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053328" y="233172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053328" y="233172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47688" y="242316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Laine mérinos &amp; Odeur (35)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47688" y="284378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 · merino · control · natural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61188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20040" y="361188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20040" y="361188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3703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Pantalons &amp; Jeans (40)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412394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· short · canvas · zip fly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72968" y="361188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172968" y="361188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172968" y="361188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67328" y="3703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Laine &amp; Entretien (22)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67328" y="412394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merino wool · wash · flat dry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53328" y="3611880"/>
            <a:ext cx="2697480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053328" y="3611880"/>
            <a:ext cx="530352" cy="11155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053328" y="3611880"/>
            <a:ext cx="5303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47688" y="3703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Vêtements féminins (54)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47688" y="412394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tencel · bra · coverage · jersey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DBSCAN vs LSA Comparaison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28600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606040" y="868680"/>
            <a:ext cx="30632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669280" y="868680"/>
            <a:ext cx="315468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868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868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(TruncatedSVD)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44168"/>
            <a:ext cx="2286000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606040" y="1344168"/>
            <a:ext cx="3063240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669280" y="1344168"/>
            <a:ext cx="3154680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1480" y="13441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134416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non supervisé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13441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dimensionnelle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1819656"/>
            <a:ext cx="228600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606040" y="1819656"/>
            <a:ext cx="30632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669280" y="1819656"/>
            <a:ext cx="315468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18196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Appartenance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181965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 par produit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181965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 de topics (soft)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295144"/>
            <a:ext cx="2286000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606040" y="2295144"/>
            <a:ext cx="3063240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669280" y="2295144"/>
            <a:ext cx="3154680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11480" y="229514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229514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label -1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229514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— tous assignés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770632"/>
            <a:ext cx="228600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606040" y="2770632"/>
            <a:ext cx="30632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669280" y="2770632"/>
            <a:ext cx="315468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11480" y="27706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97480" y="277063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clusters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277063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topics (38.7% variance)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246120"/>
            <a:ext cx="2286000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2606040" y="3246120"/>
            <a:ext cx="3063240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5669280" y="3246120"/>
            <a:ext cx="3154680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1148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9748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Restructuration catalogue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721608"/>
            <a:ext cx="228600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2606040" y="3721608"/>
            <a:ext cx="30632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5669280" y="3721608"/>
            <a:ext cx="315468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11480" y="37216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97480" y="372160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cohérents métier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60720" y="37216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latents interprétables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2D2D2D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02920" y="4334256"/>
            <a:ext cx="8229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approches sont complémentaires : DBSCAN pour les recommandations produit, LSA pour repenser la navigation du catalogue.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Limites du projet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141732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54864" cy="1417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dataset (~500 produits)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" y="12984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robustesse des clusters et topics n'est pas garantie sur un catalogue plus large. Les hyperparamètres seraient à recalibrer.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160520" cy="141732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54864" cy="14173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73752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sensible au choix de eps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73752" y="12984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eps différent de 0.6 produirait un nombre de clusters différent. La valeur a été choisie empiriquement sur ce corpus.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4160520" cy="141732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54864" cy="1417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4632" y="2468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données utilisateurs réelles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" y="28529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repose uniquement sur la similarité textuelle. Aucune donnée comportementale (clics, achats, scrolling) n'est prise en compte.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395728"/>
            <a:ext cx="4160520" cy="141732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709160" y="2395728"/>
            <a:ext cx="54864" cy="1417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73752" y="2468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basée uniquement sur texte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73752" y="28529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signaux complémentaires (prix, catégorie, popularité, genre) enrichiraient la pertinence des recommandations.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950208"/>
            <a:ext cx="4160520" cy="102870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" y="3950208"/>
            <a:ext cx="54864" cy="10287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" y="4023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d'embeddings modernes (BERT, etc.)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" y="44074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est sensible au vocabulaire exact. Des embeddings contextuels (Sentence-BERT) captureraient mieux la sémantique.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950208"/>
            <a:ext cx="4160520" cy="102870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09160" y="3950208"/>
            <a:ext cx="73152" cy="102870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73752" y="4023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38.7% de variance expliquée par LSA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73752" y="44074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topics ne capturent qu'une partie de l'information. Augmenter n_components améliorerait la couverture au prix de l'interprétabilité.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 Recommandations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178308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566928" cy="1783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56692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9144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'Vous aimeriez aussi'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325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find_similar_items() sur chaque fiche produit. 14 clusters permettent des recommandations pertinentes par famille.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178308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566928" cy="1783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09160" y="822960"/>
            <a:ext cx="56692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67528" y="9144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Restructurer le catalogue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67528" y="13258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topics LSA révèlent des catégories émergentes (imperméable, mérinos, femme, bagagerie) plus pertinentes que les catégories actuelles.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24912"/>
            <a:ext cx="4160520" cy="178308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2724912"/>
            <a:ext cx="566928" cy="1783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" y="2724912"/>
            <a:ext cx="56692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8408" y="28163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 domaine-métier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3227832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du succès : éliminer les mots génériques TNF (common thread, recycle...) pour que les features soient vraiment discriminantes.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724912"/>
            <a:ext cx="4160520" cy="1783080"/>
          </a:xfrm>
          <a:prstGeom prst="rect">
            <a:avLst/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2724912"/>
            <a:ext cx="566928" cy="1783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09160" y="2724912"/>
            <a:ext cx="56692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67528" y="28163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67528" y="3227832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applicable à tout catalogue e-commerce avec descriptions textuelles. Pipeline réutilisable sur tout le catalogue TNF.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663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 •  Questions 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988</Words>
  <Application>Microsoft Macintosh PowerPoint</Application>
  <PresentationFormat>Affichage à l'écran (16:9)</PresentationFormat>
  <Paragraphs>185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North Face - NLP E-commerce</dc:title>
  <dc:subject>PptxGenJS Presentation</dc:subject>
  <dc:creator>Marine Deldicque</dc:creator>
  <cp:lastModifiedBy>Marine deldicque</cp:lastModifiedBy>
  <cp:revision>2</cp:revision>
  <dcterms:created xsi:type="dcterms:W3CDTF">2026-05-06T07:58:51Z</dcterms:created>
  <dcterms:modified xsi:type="dcterms:W3CDTF">2026-05-06T08:01:28Z</dcterms:modified>
</cp:coreProperties>
</file>