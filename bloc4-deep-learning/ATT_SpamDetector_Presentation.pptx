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E7A5A"/>
              </a:solidFill>
              <a:effectLst/>
            </c:spPr>
          </c:dPt>
          <c:dPt>
            <c:idx val="1"/>
            <c:bubble3D val="0"/>
            <c:spPr>
              <a:solidFill>
                <a:srgbClr val="B5503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Ham (légitime)</c:v>
                </c:pt>
                <c:pt idx="1">
                  <c:v>Spam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4825</c:v>
                </c:pt>
                <c:pt idx="1">
                  <c:v>747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3201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spam</c:v>
                </c:pt>
              </c:strCache>
            </c:strRef>
          </c:tx>
          <c:spPr>
            <a:solidFill>
              <a:srgbClr val="8A847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0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84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503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Réseau simple</c:v>
                  </c:pt>
                  <c:pt idx="1">
                    <c:v>DistilBERT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0.922</c:v>
                </c:pt>
                <c:pt idx="1">
                  <c:v>0.969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320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0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 4 = données non structurées. Ici : du texte. Enjeu : transformer du texte en nombres qu'un réseau peut apprendre, puis comparer un réseau entraîné de zéro à un modèle pré-entraîné.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Déséquilibre = LE point méthodo. Accuracy trompeuse. F1 spam = précision (peu de vrais messages bloqués) × rappel (peu de spams ratés). Doublons retirés avant le split pour éviter la fuite train→test.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traducteur texte→nombres. Point de rigueur : tokenizer fit sur le train uniquement, sinon fuite de données. Pour DistilBERT on ne nettoie PAS : son propre tokenizer WordPiece exploite chiffres et ponctuation (signaux de spam).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GPS : tokenisation = matricule (identité), embedding = coordonnées dans un espace de sens. Définition : vecteur dense de réels, distance = similarité de rôle. Appris par rétropropagation comme les autres poids. Dans BERT, contextuel grâce à l'attention.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= élève débutant qui apprend tout de zéro sur 3 700 SMS. Pourquoi moyenne plutôt que LSTM : présence des mots &gt; ordre, messages courts, rapide. Pourquoi entropie croisée : fonction de coût naturelle d'une sortie probabiliste, pénalise fort une erreur confiante. Même fonction pour DistilBERT (2 logits). Mêmes jeux train/val/test pour les deux → comparaison à données égales.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diplômé de lettres embauché puis formé 2 jours sur nos spams. Petit learning rate = ne pas écraser ce qu'il sait (catastrophic forgetting). Alternative moins chère : geler l'encodeur, n'entraîner que la tête. Distillation = élève imite le professeur BERT.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Bulletin de notes sur la même épreuve (test jamais vu). Lire précision ET rappel : baseline plus prudente (peu de FP), DistilBERT attrape plus de spams. Le F1 tranche. Les nombres viennent des matrices de confusion du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Relance fréquente : précision ou rappel ? → dépend du coût métier. Ici FP plus grave → seuil &gt; 0,5, réglé sur la validation (jamais sur le test). Montrer les SMS mal classés prouve qu'on a regardé les données, pas seulement les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POC. Dérive = les données changent, le modèle figé se dégrade → monitoring. Pas d'augmentation de données utilisée : le jeu suffit ; possible via synonymes / rétro-traduction sur la classe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de clôture : j'ai transformé du texte brut en nombres, comparé un réseau entraîné de zéro à un modèle pré-entraîné spécialisé, et le transfer learning gagne — plus de spams attrapés pour un coût maîtrisé.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874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SMS frauduleux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AT&amp;T Spam Detector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Classer chaque SMS — légitime ou spam — à partir du texte seul.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5 572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étiquetés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0,969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du meilleur modèle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Data Science   ·   Certification CDSD — Bloc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PROBLÈME ET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Trier le légitime du frauduleux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reçoit des millions de SMS par jour. Les spams exposent les clients à des arnaques. On veut une décision automatique : ce message est-il légitime (ham) ou un spam 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données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5 572 SMS étiquetés · 403 doublons retirés → 5 169 uniques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502152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38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35387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supervisée : ham (0) ou spam (1)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069080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1056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1056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ham / 13 % spam → pondération de la classe spam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636008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725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suivie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4672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(précision × rappel), pas l'accuracy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5202936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2395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5239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3 721 · validation 414 · test 1 034 (stratifié)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769864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se répartissent les messages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949440" y="2331720"/>
          <a:ext cx="4251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08660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on prédit toujours « ham », on a 87 % d'accuracy… et 0 spam détecté. D'où le F1 du spam comme boussole.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PRÉPARER LE TEXTE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SMS brut à des nombres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neurones ne lit pas des mots, il lit des nombres. On transforme donc chaque message en une suite de nombres, en 3 étapes.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en minuscules ; on retire liens, chiffres et ponctuation.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70332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en jetons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77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reçoit un numéro unique. Vocabulaire de 10 000 mots, appris sur le train uniquement.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la même longueur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937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complète avec des zéros (ou on tronque) à 64 jetons : 99 % des SMS tiennent dedans.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exemple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423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reçu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FREE WIN PRIZE! Call now 07777 »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nettoyage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win prize call now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nombres (jetons)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204]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4754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padding (64)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204, 0, 0 … 0]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532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tokenizer est appris sur le train seulement : le test contient des mots inconnus, comme en production.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BRIQUE CLÉ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qu'un embedding 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numéro de jeton n'a aucun sens : « free » = 45 et « win » = 302 ne sont pas « proches ». L'embedding donne à chaque mot des coordonnées dans un espace où la distance a un sens.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dense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→ 32 nombres réels (10 000 mots × 32 = la matrice d'embedding)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4845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474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 pendant l'entraînement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 aléatoire ; l'objectif « ham ou spam » rapproche les mots qui jouent le même rôle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24281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069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 = sens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proches dans l'espace → rôle similaire dans la décision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DistilBERT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contextuels : le vecteur de « free » change selon la phrase (attention)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492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Vérifié dans le notebook (plus proches voisins, cosinus) : « prize » → urgent, txt, mobile, stop ; « ok » → going, said, sorry, still. Le jeton « £ » (montants) ressort aussi côté spam.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L'espace appris par le modèle 1 (projection 2D)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0" y="2468880"/>
            <a:ext cx="2103120" cy="2377440"/>
          </a:xfrm>
          <a:prstGeom prst="ellipse">
            <a:avLst/>
          </a:prstGeom>
          <a:solidFill>
            <a:srgbClr val="F6E4E0"/>
          </a:solidFill>
          <a:ln w="12700">
            <a:solidFill>
              <a:srgbClr val="F6E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3108960"/>
            <a:ext cx="2103120" cy="2377440"/>
          </a:xfrm>
          <a:prstGeom prst="ellipse">
            <a:avLst/>
          </a:prstGeom>
          <a:solidFill>
            <a:srgbClr val="E4EBE0"/>
          </a:solidFill>
          <a:ln w="12700">
            <a:solidFill>
              <a:srgbClr val="E4EB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9480" y="2743200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92440" y="260604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26060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06640" y="32461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06640" y="32461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83880" y="32004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200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315200" y="379476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379476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01000" y="38404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34340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43800" y="43434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372600" y="342900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72600" y="34290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0058400" y="32918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0" y="32918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418320" y="39319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4183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195560" y="38862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195560" y="3886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555480" y="4480560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55480" y="44805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0287000" y="4480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287000" y="44805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692640" y="498348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692640" y="498348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086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spam »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E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ham »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d'après la projection PCA du notebook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LES DEUX MODÈLES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réseau simple, puis un modèle pré-entraîné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1 — DE RÉFÉRENCE (BASELINE)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+ réseau dense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97280" y="30083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32 dims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→ vecteur appris de zéro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97280" y="34655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mots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vecteur par SMS (padding ignoré)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97280" y="39227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 ReLU + Dropout 30 %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combine, régularise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97280" y="43799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Sigmoïde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de spam, seuil 0,5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97280" y="48371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binaire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×6,9 sur le spam, early stopping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9728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 M paramètres · ~2 s · CPU · 8 epochs (meilleure : 4)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2940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2 — PRÉ-ENTRAÎNÉ (TRANSFER LEARNING)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fine-tuné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629400" y="30083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pré-entraîné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milliards de mots (Wikipédia, livres)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655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Distillé de BERT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 de paramètres, ~97 % de la performance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629400" y="39227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0372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brut + WordPiece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et ponctuation gardés (signaux)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629400" y="43799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0372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Tête de classification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logits → softmax → probabilité de spam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AdamW, lr 2e-5, meilleure epoch (validation)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2940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940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M paramètres · ~3 min · Apple Silicon / GPU · 3 epochs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TRANSFER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fine-tuning : spécialiser un modèle qui sait déjà lire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3 700 SMS on ne peut pas apprendre l'anglais. On part donc d'un modèle qui l'a déjà appris, et on l'ajuste à notre tâche.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Pré-entraînement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a appris à deviner des mots masqués dans des milliards de phrases. Il connaît la langue, la grammaire, le contexte.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une fois, par HuggingFace.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Ajout d'une tête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pose au-dessus une petite couche de décision à 2 sorties (ham / spam), initialisée au hasard.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morceau vraiment nouveau.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7532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Ajustement fin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continue l'entraînement de tout le réseau sur nos SMS avec un pas très petit (lr 2e-5), 3 epochs, warm-up, meilleure epoch choisie sur la validation.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pas = on ajuste sans effacer.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5486400"/>
            <a:ext cx="10607040" cy="685800"/>
          </a:xfrm>
          <a:prstGeom prst="roundRect">
            <a:avLst>
              <a:gd name="adj" fmla="val 16000"/>
            </a:avLst>
          </a:prstGeom>
          <a:solidFill>
            <a:srgbClr val="F3EDE2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51560" y="55321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pas « from scratch » ?  </a:t>
            </a:r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peu de données pour apprendre la langue ET la tâche. Le pré-entraînement apporte la langue ; nos SMS n'ont plus qu'à apporter la tâche. C'est ce transfert qui fait gagner +0,047 de F1 spam.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Même rappel, 14 fois moins de faux blocages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47548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sur le jeu de test — plus c'est haut, mieux c'est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14400" y="2331720"/>
          <a:ext cx="44805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897880" y="169164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jeu de test (1 034 SMS), seuil 0,5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377440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attrapés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 au travers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 à tort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5440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modèles attrapent 124 spams sur 131. DistilBERT ne bloque qu'un seul message légitime sur 903, contre 14 pour le réseau simple.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F1 spam : +0,047, obtenu sur la précision : le modèle pré-entraîné distingue un vrai spam d'un message légitime au vocabulaire commercial.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DU MODÈLE À LA DÉCISION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seuil est un choix métier, pas un défaut à 0,5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3035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Bloquer un vrai SMS coûte plus cher que laisser passer un spam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donne une probabilité ; c'est le seuil qui décide. On le règle sur la validation pour viser ≥ 98 % de précision (presque aucun vrai message bloqué), puis on mesure sur le test : le réseau simple s'effondre, DistilBERT tient.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337560"/>
          <a:ext cx="4663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retenu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10972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probabilités de DistilBERT sont bien séparées (spams près de 1, ham près de 0) : robustes au seuil. Celles du réseau simple ne le sont pas.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46520" y="1691640"/>
            <a:ext cx="49377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6656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DistilBERT rate encore (analyse des erreurs)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766560" y="237744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6974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 The Simpsons Movie released in July 2007 name the band that died at the start of the film? A-Green Day… 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31546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promotionnel sans numéro surtaxé ni « FREE » : p(spam) = 0,02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766560" y="33649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36850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Would you like to see my XXX pics they are so hot they were nearly banned in the uk! »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1422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Rédigé comme un message personnel : p(spam) = 0,10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766560" y="4352544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352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bloqué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46725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Your bill at 3 is £33.65 so thats not bad! »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1297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en £ = signal de spam appris : p(spam) = 0,74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766560" y="5394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spams manqués, 1 seul faux blocage. Les erreurs des deux modèles se recouvrent peu (5 communes) : piste d'une cascade de modèles.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LIMITES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modèle ne sait pas encore faire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46988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 jeu de données, ancien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5 169 SMS uniques (anglais, années 2010) suffisent pour une preuve de concept, pas pour couvrir les spams d'aujourd'hui : emojis, liens raccourcis, contournements.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Anglais seulement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ne marche pas tel quel sur d'autres langues : passer à un DistilBERT multilingue.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1732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spam évolue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suivi de dérive et réentraînement périodique, le modèle vieillit et se dégrade.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 d'inférence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M de paramètres pour des millions de SMS : quantification, ou réseau simple en premier filtre et DistilBERT sur les cas incertains.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en production, avec un seuil réglé métier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57860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423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déséquilibrées  —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légitimes / 13 % spams, doublons retirés — on suit le F1 du spam, pas l'accuracy.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35584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200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transformé en nombres  —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jetons, même longueur pour le réseau simple ; texte brut + WordPiece pour DistilBERT. Tokenizer appris sur le train seulement.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13308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977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modèles, mêmes données  —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simple entraîné de zéro (F1 0,922) puis DistilBERT fine-tuné (F1 0,969).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91032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7548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 —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: 1 seul message légitime bloqué sur 903 (contre 14), même rappel ; seuil ~0,6 réglé sur la validation. Le gain justifie le coût.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 ·  Questions 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CDSD   ·   Bloc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2026-09-11T09:49:42Z</dcterms:created>
  <dcterms:modified xsi:type="dcterms:W3CDTF">2026-09-11T09:49:42Z</dcterms:modified>
</cp:coreProperties>
</file>